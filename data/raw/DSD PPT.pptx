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6CD5-4289-C4FC-414E-7E7DFADD70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99DA0-69AE-A87F-FF2E-7EA82516D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71D9F-AC5E-B58D-D091-B9324DBFB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83E1-6E8E-402D-9A8D-7FDFFA40A5E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6469-D500-6D9B-3A46-A933E37D5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1C081-32A4-D757-E878-00F2A68F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4FCD-B622-4244-A03E-FF7C4D51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02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78B67-5191-0B4E-C61A-97FD7D39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41EB0-7FB1-B1B6-E1FD-14B666976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CDE7C-8782-34AB-6F07-3C7E1308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83E1-6E8E-402D-9A8D-7FDFFA40A5E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81B7A-45D7-6756-00E9-E8C6BA9B5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E30E8-D137-C9F3-9CB2-1C94DA2E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4FCD-B622-4244-A03E-FF7C4D51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524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C662D-340C-93D1-97ED-C2619AA0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2F09F-A5B1-D71D-EC31-BD433588E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CD81C-85BB-9CE9-7255-269404DC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83E1-6E8E-402D-9A8D-7FDFFA40A5E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33484-6D23-8B13-E8D5-B5D47661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F9FFF-2BCC-EF74-1EA5-36364FE3E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4FCD-B622-4244-A03E-FF7C4D51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33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2D503-6B8E-4363-6A9E-92F2A7C0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134D1-365E-0D54-C736-7870F30CD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31D65-8D57-4DA6-951C-BD96341D2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BA71C-ABA5-7FF5-E179-23B0CDBA3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83E1-6E8E-402D-9A8D-7FDFFA40A5E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EE972-1EE3-7545-8053-40D178AC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E5482-CCDC-02D7-3F45-ABF305D0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4FCD-B622-4244-A03E-FF7C4D51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8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C0223-B297-2D69-F47B-EF1A273D5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6D3B3-387E-C3C3-49D3-7B62E9EF9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0F0B1-99D0-859D-07B9-B1418B034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134ED-2A89-E1E3-E59F-B64AB0169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14942-B70B-FFFE-4B79-886A77C3B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3E07D-656C-745B-11A8-24AC74C3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83E1-6E8E-402D-9A8D-7FDFFA40A5E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B123A0-30D3-8E6F-6AEC-DE590310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F4B64-97EA-BB74-1813-3CD4C757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4FCD-B622-4244-A03E-FF7C4D51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60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C34F1-6BE8-27AF-9269-5C090550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D768B-4C80-99BC-D5CD-30EEC05DC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83E1-6E8E-402D-9A8D-7FDFFA40A5E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602C5-022B-8E6A-285C-8C6FFAF05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AADB5-13BE-EE7C-D865-B95D75BA8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4FCD-B622-4244-A03E-FF7C4D51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75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CF712-D5C7-53E3-3A3A-AA7C8BE9D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83E1-6E8E-402D-9A8D-7FDFFA40A5E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8CAC69-1C97-2B35-734B-2561495B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47BCB-62A8-2971-DF1F-1B2DFC6F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4FCD-B622-4244-A03E-FF7C4D51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434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3059-F0D9-F5E1-56A8-41B32952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D1C52-911C-8BC0-FE7A-D204CFD06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FAB98-5506-A881-81C7-8D8F123B3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8D8FC-C5C6-8DFB-D6C0-0C68CCF6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83E1-6E8E-402D-9A8D-7FDFFA40A5E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E67CD-FBE9-C40D-5202-8CB996E3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171C2-478D-4C3E-E589-F2295A8F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4FCD-B622-4244-A03E-FF7C4D51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091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78B7-5BE6-9391-AE7E-2BF4F0EE8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44EB3-4E43-8B3B-80FB-4137F23CAA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3791B-0AEE-A271-6B9E-22C68F09E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AFC93-34A0-D049-FC77-3B247802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83E1-6E8E-402D-9A8D-7FDFFA40A5E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9B306-2D7E-BD2B-FC1A-107F7FEC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E2521-45A6-2F92-2B64-57A4DAC26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4FCD-B622-4244-A03E-FF7C4D51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88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5962-E984-B5A9-6C61-6A8AAE8C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E331C-5623-4689-AB64-CEB3B7B14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8F0F0-144D-6E28-A943-21877F82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83E1-6E8E-402D-9A8D-7FDFFA40A5E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F3229-5DCC-9392-BB34-91F4BF35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5B948-C7AD-BEA1-2290-ADFC1DE5D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4FCD-B622-4244-A03E-FF7C4D51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47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27277A-DBA0-4CFD-E942-BB6DA8BFC2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C99B4-4F29-E6AE-9427-A13149BE4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FD22E-998F-8A71-9705-F13073438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83E1-6E8E-402D-9A8D-7FDFFA40A5E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D86B6-D033-F865-D132-8FECBBC9D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228AD-AEC5-5A34-095E-71275D61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54FCD-B622-4244-A03E-FF7C4D51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283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C608E-A075-64E3-D346-1723DC1B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17B77-9D70-5855-609C-A95BA4106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7F131-F04A-08EA-B086-F2D61A998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A83E1-6E8E-402D-9A8D-7FDFFA40A5E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57BB6-F887-3E26-2DE8-99D50F091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DF055-FC45-1F2C-6FB6-0BCAC6895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54FCD-B622-4244-A03E-FF7C4D514D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70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DCCF4-86AC-4FAA-7061-0620205EA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7914968" cy="477837"/>
          </a:xfrm>
        </p:spPr>
        <p:txBody>
          <a:bodyPr>
            <a:normAutofit/>
          </a:bodyPr>
          <a:lstStyle/>
          <a:p>
            <a:pPr algn="l"/>
            <a:r>
              <a:rPr lang="en-IN" sz="2800" u="sng" dirty="0">
                <a:latin typeface="+mn-lt"/>
              </a:rPr>
              <a:t>What is Synthesis?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D9462-95BA-40AD-F165-48E3927AA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17290"/>
            <a:ext cx="9144000" cy="334051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Synthesis is the process of converting a high-level Verilog code into a hardware implementation.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It transforms code into: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/>
              <a:t>Logic gates (AND, OR, NOT)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/>
              <a:t>Flip-flops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Output is a gate – level design.</a:t>
            </a:r>
          </a:p>
        </p:txBody>
      </p:sp>
    </p:spTree>
    <p:extLst>
      <p:ext uri="{BB962C8B-B14F-4D97-AF65-F5344CB8AC3E}">
        <p14:creationId xmlns:p14="http://schemas.microsoft.com/office/powerpoint/2010/main" val="2446376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A3ED-3C6C-C7BD-B719-C3A877952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5097" y="1191189"/>
            <a:ext cx="4424516" cy="3557792"/>
          </a:xfrm>
        </p:spPr>
        <p:txBody>
          <a:bodyPr anchor="t">
            <a:normAutofit/>
          </a:bodyPr>
          <a:lstStyle/>
          <a:p>
            <a:pPr algn="l"/>
            <a:r>
              <a:rPr lang="en-IN" sz="2800" dirty="0">
                <a:latin typeface="+mn-lt"/>
              </a:rPr>
              <a:t> How it Works ?</a:t>
            </a:r>
            <a:br>
              <a:rPr lang="en-IN" sz="2800" dirty="0"/>
            </a:br>
            <a:br>
              <a:rPr lang="en-IN" sz="2800" dirty="0"/>
            </a:br>
            <a:r>
              <a:rPr lang="en-IN" sz="1800" dirty="0"/>
              <a:t>1. </a:t>
            </a:r>
            <a:r>
              <a:rPr lang="en-US" sz="1800" dirty="0">
                <a:latin typeface="+mn-lt"/>
              </a:rPr>
              <a:t>Write Verilog code (design)</a:t>
            </a:r>
            <a:br>
              <a:rPr lang="en-US" sz="1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2. Synthesis tool reads the code</a:t>
            </a:r>
            <a:br>
              <a:rPr lang="en-US" sz="1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3. Converts it into: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     Gates (AND, OR, NOT)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     Flip-flops</a:t>
            </a:r>
            <a:br>
              <a:rPr lang="en-US" sz="1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4. Generates a netlist (final hardware design)</a:t>
            </a:r>
            <a:br>
              <a:rPr lang="en-IN" sz="1800" dirty="0">
                <a:latin typeface="+mn-lt"/>
              </a:rPr>
            </a:br>
            <a:endParaRPr lang="en-IN" sz="18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C788D-0CB9-2F64-AF25-B2D513574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91189"/>
            <a:ext cx="4896465" cy="4066611"/>
          </a:xfrm>
        </p:spPr>
        <p:txBody>
          <a:bodyPr>
            <a:normAutofit/>
          </a:bodyPr>
          <a:lstStyle/>
          <a:p>
            <a:pPr algn="l"/>
            <a:r>
              <a:rPr lang="en-IN" sz="2800" dirty="0"/>
              <a:t>Why is Synthesis Important?</a:t>
            </a:r>
            <a:endParaRPr lang="en-US" sz="2800" dirty="0"/>
          </a:p>
          <a:p>
            <a:pPr algn="l"/>
            <a:endParaRPr lang="en-US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To implement design on real hardware.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Converts abstract design into physical circuit.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/>
              <a:t>Speed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/>
              <a:t>Area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/>
              <a:t>Performance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Ensures the design can be physically implemented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27741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DA37F-7E43-9630-50BD-CAF1C5E9D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945383"/>
            <a:ext cx="8908027" cy="558953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+mn-lt"/>
              </a:rPr>
              <a:t>Example</a:t>
            </a:r>
            <a:endParaRPr lang="en-IN" sz="28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41963-4C80-A34A-2655-AE31A8CC8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70254"/>
            <a:ext cx="9144000" cy="3143865"/>
          </a:xfrm>
        </p:spPr>
        <p:txBody>
          <a:bodyPr>
            <a:normAutofit/>
          </a:bodyPr>
          <a:lstStyle/>
          <a:p>
            <a:pPr algn="l"/>
            <a:endParaRPr lang="en-US" sz="1800" dirty="0"/>
          </a:p>
          <a:p>
            <a:pPr algn="l"/>
            <a:r>
              <a:rPr lang="en-US" sz="1800" dirty="0"/>
              <a:t>module </a:t>
            </a:r>
            <a:r>
              <a:rPr lang="en-US" sz="1800" dirty="0" err="1"/>
              <a:t>and_gate</a:t>
            </a:r>
            <a:r>
              <a:rPr lang="en-US" sz="1800" dirty="0"/>
              <a:t>(input a, b, output y);</a:t>
            </a:r>
          </a:p>
          <a:p>
            <a:pPr algn="l"/>
            <a:r>
              <a:rPr lang="en-US" sz="1800" dirty="0"/>
              <a:t>assign y = a &amp; b;</a:t>
            </a:r>
          </a:p>
          <a:p>
            <a:pPr algn="l"/>
            <a:r>
              <a:rPr lang="en-US" sz="1800" dirty="0" err="1"/>
              <a:t>endmodule</a:t>
            </a:r>
            <a:endParaRPr lang="en-US" sz="1800" dirty="0"/>
          </a:p>
          <a:p>
            <a:pPr algn="l"/>
            <a:endParaRPr lang="en-US" sz="1800" dirty="0"/>
          </a:p>
          <a:p>
            <a:pPr algn="l"/>
            <a:r>
              <a:rPr lang="en-US" sz="1800" b="1" dirty="0"/>
              <a:t>After Synthesis: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Converted into an AND gate hardware circuit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44078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CFA00-DE12-A99A-C245-5B44D57E8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477" y="2469228"/>
            <a:ext cx="9104671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603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163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Office Theme</vt:lpstr>
      <vt:lpstr>What is Synthesis?</vt:lpstr>
      <vt:lpstr> How it Works ?  1. Write Verilog code (design)  2. Synthesis tool reads the code  3. Converts it into:      Gates (AND, OR, NOT)      Flip-flops  4. Generates a netlist (final hardware design) </vt:lpstr>
      <vt:lpstr>Example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vanshriborkute@outlook.com</dc:creator>
  <cp:lastModifiedBy>vanshriborkute@outlook.com</cp:lastModifiedBy>
  <cp:revision>1</cp:revision>
  <dcterms:created xsi:type="dcterms:W3CDTF">2026-04-01T18:09:22Z</dcterms:created>
  <dcterms:modified xsi:type="dcterms:W3CDTF">2026-04-01T18:38:02Z</dcterms:modified>
</cp:coreProperties>
</file>